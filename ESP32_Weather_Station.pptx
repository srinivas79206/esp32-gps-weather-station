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29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82296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09728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64592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64008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11480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57200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438912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4846320"/>
            <a:ext cx="73152" cy="7315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463040"/>
            <a:ext cx="109728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600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ESP32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0" y="1280160"/>
            <a:ext cx="914400" cy="50292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097280"/>
            <a:ext cx="640080" cy="4572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188720"/>
            <a:ext cx="548640" cy="41148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383280"/>
            <a:ext cx="548640" cy="36576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520440"/>
            <a:ext cx="1097280" cy="6858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891B2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657600"/>
            <a:ext cx="164592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393192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GPS Weather Station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Approximate Location Detection  ·  Real-Time Weather  ·  OpenWeatherMap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Techbots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Acadmy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Platform: Arduino IDE  |  Board: ESP32 Dev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Does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WiFi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location via 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weather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to Serial Monitor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Components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Module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library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 library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APIs Used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 –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14630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 Powers 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setup() begins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1673352"/>
            <a:ext cx="228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1280160"/>
            <a:ext cx="14630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298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 to WiFi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783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SSID + Password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1673352"/>
            <a:ext cx="228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4630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298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 IP Location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1783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ip-api.com → lat, lon, city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2080" y="1673352"/>
            <a:ext cx="228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1280160"/>
            <a:ext cx="14630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1298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 Weather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1783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OpenWeatherMap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1673352"/>
            <a:ext cx="228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1280160"/>
            <a:ext cx="14630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1298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Print Results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783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Serial Monitor output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265176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651760"/>
            <a:ext cx="3840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651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getLocation()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09067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free ip-api.com — no API key needed.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city, region, country, lat, lon.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265176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2651760"/>
            <a:ext cx="384048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651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getWeather()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309067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OpenWeatherMap with lat+lon.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place name, temperature (°C), weather.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Step-by-Step: Initial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247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05156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1064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Libraries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WiFi.h, HTTPClient.h, ArduinoJson.h in your sketch.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350008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Credentials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523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ssid and password to your WiFi network name and key.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648456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703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API Key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5079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OpenWeatherMap API key into the apiKey string variable.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247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05156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11064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Serial Begin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45389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Serial.begin(115200) in setup() to enable serial output.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2350008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WiFi Connect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7523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WiFi.begin(ssid, password) and poll until WL_CONNECTED.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2160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3648456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94960" y="3703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Call Functions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405079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getLocation(), delay(2000), then getWeather() once in setup().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Step-by-Step: getLocation()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3891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2062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getLocation()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http;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url = "http://ip-api.com/json/";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http.begin(url);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code = http.GET();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payload = http.getString();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DynamicJsonDocument doc(2048);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deserializeJson(doc, payload);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latitude = doc["lat"];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 = doc["lon"];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city = doc["city"];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92040" y="108813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88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7800" y="1024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Create HTTP client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http; initialises the client object.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746504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1682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Set URL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938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ip-api.com/json/ is a free geo-IP API — no key needed.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0487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Make GET 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596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http.GET() sends the request; returns HTTP status code.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6324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Parse JSON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255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 reads the response and extracts fields.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721608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Store lat/lon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9136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latitude &amp; longitude as global floats for getWeather().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437997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Print details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Region, Country, Lat, Lon printed to Serial Monitor.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Step-by-Step: getWeather()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3891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2062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getWeather()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url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"https://api.openweathermap.org/"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"data/2.5/weather?lat="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String(latitude)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"&amp;lon=" + String(longitude)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"&amp;units=metric&amp;appid=" + apiKey;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http.begin(url);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http.GET();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payload = http.getString();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DynamicJsonDocument doc(4096);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deserializeJson(doc, payload);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weather = doc["weather"][0]["main"];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temp = doc["main"]["temp"];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place = doc["name"];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92040" y="108813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88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7800" y="1024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Build URL dynamically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lat &amp; lon from getLocation() into the API URL string.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74650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1682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Add API key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938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&amp;appid=YOUR_KEY and &amp;units=metric to get °C.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0487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GET 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596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HTTP request to OpenWeatherMap servers.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6324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Parse larger JSON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255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4096-byte buffer (bigger payload than location).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72160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Extract fields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9136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weather[0].main → condition; main.temp → float; name → city.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437997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Print 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Temperature °C, and Weather type to Serial Monitor.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Serial Monitor – Live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0" cy="3886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02920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● ● ●  Serial Monitor  —  115200 baud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Connecting...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WiFi Connected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{"status":"success","city":"Bengaluru",...}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03704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========== LOCATION ==========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450592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City: Bengaluru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697480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Region: Karnataka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944368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Country: India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3191256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Latitude: 12.98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438144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Longitude: 77.59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685032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========== WEATHER ==========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931920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Place: Kanija Bhavan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4178808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Temperature: 29.82 °C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4425696"/>
            <a:ext cx="4892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Weather: Clouds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0" y="141732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WiFi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1709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network, status printed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05740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093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Location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350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from ip-api.com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56032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2596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Parsed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Region, Country, Lat/Lon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47472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35112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Weather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Temperature,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APIs Used in This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20040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15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① ip-api.com  (Free · No Key Required)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http://ip-api.com/json/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{"status":"success","country":"India","city":"Bengaluru","lat":12.98,"lon":77.59,...}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Fields used: lat, lon, city, regionName, country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88920"/>
            <a:ext cx="32004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② OpenWeatherMap  (Free tier · API Key needed)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https://api.openweathermap.org/data/2.5/weather?lat=12.98&amp;lon=77.59&amp;units=metric&amp;appid=KEY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{"name":"Kanija Bhavan","main":{"temp":29.82},"weather":[{"main":"Clouds"}],...}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Fields used: name, main.temp, weather[0].main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</a:rPr>
              <a:t>Get your free key at: home.openweathermap.org/api_keys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Free tier: 60 calls/min, 1M calls/month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Learnings &amp;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06424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1247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WiFi on ESP32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has built-in WiFi — just use WiFi.h. No extra hardware needed to connect to the internet.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106424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1247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IP-based Geolocation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453896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ip-api.com gives lat/lon from the device's public IP — free and requires no registration.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459736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4780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RESTful HTTP Calls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80720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makes GET requests easy. JSON responses are parsed with the lightweight ArduinoJson library.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4048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59736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4780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API Key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80720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requires a key stored as a String. Keep it private — don't share sketches with your key inside.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58184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813048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📟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8313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Serial Monitor Debugging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Serial.print() at 115200 baud is essential for debugging. Always test with Serial before adding a display.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758184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813048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38313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setup() vs loop()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1605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 runs once in setup(). Move getWeather() to loop() with a delay to refresh periodically.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WiFi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OpenWeatherMap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ArduinoJson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3401568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324612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ESP32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3401568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Arduino 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ESP32 Auto Weather Station  ·  Built with Arduino IDE  ·  Bengaluru,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1080</Words>
  <Application>Microsoft Office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Auto Weather Station</dc:title>
  <dc:subject>PptxGenJS Presentation</dc:subject>
  <dc:creator>PptxGenJS</dc:creator>
  <cp:lastModifiedBy>Srinivas K.B</cp:lastModifiedBy>
  <cp:revision>2</cp:revision>
  <dcterms:created xsi:type="dcterms:W3CDTF">2026-05-07T05:27:50Z</dcterms:created>
  <dcterms:modified xsi:type="dcterms:W3CDTF">2026-05-07T05:45:14Z</dcterms:modified>
</cp:coreProperties>
</file>